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p 26" userId="16c53975ec3f64e0" providerId="LiveId" clId="{8581473F-AF14-48DD-BBD7-7A3F4CE23CEA}"/>
    <pc:docChg chg="undo custSel addSld modSld">
      <pc:chgData name="Weip 26" userId="16c53975ec3f64e0" providerId="LiveId" clId="{8581473F-AF14-48DD-BBD7-7A3F4CE23CEA}" dt="2026-08-16T07:58:25.070" v="14" actId="1076"/>
      <pc:docMkLst>
        <pc:docMk/>
      </pc:docMkLst>
      <pc:sldChg chg="addSp delSp modSp new mod">
        <pc:chgData name="Weip 26" userId="16c53975ec3f64e0" providerId="LiveId" clId="{8581473F-AF14-48DD-BBD7-7A3F4CE23CEA}" dt="2026-08-16T07:58:25.070" v="14" actId="1076"/>
        <pc:sldMkLst>
          <pc:docMk/>
          <pc:sldMk cId="4102376241" sldId="256"/>
        </pc:sldMkLst>
        <pc:spChg chg="del">
          <ac:chgData name="Weip 26" userId="16c53975ec3f64e0" providerId="LiveId" clId="{8581473F-AF14-48DD-BBD7-7A3F4CE23CEA}" dt="2026-08-16T07:20:34.847" v="1" actId="478"/>
          <ac:spMkLst>
            <pc:docMk/>
            <pc:sldMk cId="4102376241" sldId="256"/>
            <ac:spMk id="2" creationId="{DB24B49F-9813-4513-B6C7-C6F8855FAAFE}"/>
          </ac:spMkLst>
        </pc:spChg>
        <pc:spChg chg="del">
          <ac:chgData name="Weip 26" userId="16c53975ec3f64e0" providerId="LiveId" clId="{8581473F-AF14-48DD-BBD7-7A3F4CE23CEA}" dt="2026-08-16T07:20:36.202" v="2" actId="478"/>
          <ac:spMkLst>
            <pc:docMk/>
            <pc:sldMk cId="4102376241" sldId="256"/>
            <ac:spMk id="3" creationId="{C43C5D42-8F24-4C6B-A71F-7233D3E2CD93}"/>
          </ac:spMkLst>
        </pc:spChg>
        <pc:picChg chg="add mod">
          <ac:chgData name="Weip 26" userId="16c53975ec3f64e0" providerId="LiveId" clId="{8581473F-AF14-48DD-BBD7-7A3F4CE23CEA}" dt="2026-08-16T07:58:25.070" v="14" actId="1076"/>
          <ac:picMkLst>
            <pc:docMk/>
            <pc:sldMk cId="4102376241" sldId="256"/>
            <ac:picMk id="5" creationId="{5497AA74-83B5-4838-8AF3-49B4650774BE}"/>
          </ac:picMkLst>
        </pc:picChg>
      </pc:sldChg>
      <pc:sldMasterChg chg="addSldLayout">
        <pc:chgData name="Weip 26" userId="16c53975ec3f64e0" providerId="LiveId" clId="{8581473F-AF14-48DD-BBD7-7A3F4CE23CEA}" dt="2026-08-16T07:18:25.356" v="0" actId="680"/>
        <pc:sldMasterMkLst>
          <pc:docMk/>
          <pc:sldMasterMk cId="906724984" sldId="2147483648"/>
        </pc:sldMasterMkLst>
        <pc:sldLayoutChg chg="add">
          <pc:chgData name="Weip 26" userId="16c53975ec3f64e0" providerId="LiveId" clId="{8581473F-AF14-48DD-BBD7-7A3F4CE23CEA}" dt="2026-08-16T07:18:25.356" v="0" actId="680"/>
          <pc:sldLayoutMkLst>
            <pc:docMk/>
            <pc:sldMasterMk cId="906724984" sldId="2147483648"/>
            <pc:sldLayoutMk cId="2982122519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ACC5-8A3E-4C7D-B9DB-C0DD2D20C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0B0C4-D8B3-4FC7-A67D-86A233B7E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82122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6724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Placeholder">
            <a:extLst>
              <a:ext uri="{FF2B5EF4-FFF2-40B4-BE49-F238E27FC236}">
                <a16:creationId xmlns:a16="http://schemas.microsoft.com/office/drawing/2014/main" id="{5497AA74-83B5-4838-8AF3-49B465077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070" y="694099"/>
            <a:ext cx="6103859" cy="546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76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Weip 26</dc:creator>
  <cp:lastModifiedBy>Weip 26</cp:lastModifiedBy>
  <cp:revision>1</cp:revision>
  <dcterms:created xsi:type="dcterms:W3CDTF">2026-08-16T07:18:21Z</dcterms:created>
  <dcterms:modified xsi:type="dcterms:W3CDTF">2026-08-16T07:58:52Z</dcterms:modified>
</cp:coreProperties>
</file>